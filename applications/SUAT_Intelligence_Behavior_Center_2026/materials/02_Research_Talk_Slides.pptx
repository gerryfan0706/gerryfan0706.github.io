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看一个最简单的场景：用户输入 /login 按下回车，这一瞬间服务器在 Servlet 里到底做了什么？
答案藏在三个生命周期方法里。第一个 init()，出生阶段，Servlet 加载时只调用一次，用来做昂贵的初始化，比如建立数据库连接池。
第二个 service()，服务阶段，每来一个请求执行一次，分发到 doGet 或 doPost。
第三个 destroy()，销毁阶段，容器关闭前只调用一次，做资源清理。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这里有一个非显然的设计：Servlet 是单例的。整个容器只创建 1 个实例，但每个请求是 1 个新线程——这就是 1 + N 模型。
打个比方：公司里只有 1 台共享打印机，被 N 位同事同时发送打印任务。init 是开机加纸，只一次；service 是处理每个任务，高频；destroy 是关机清缓存，也只一次。
这里就有一个真实陷阱：打印机如果把上一份任务的内容留在缓存里，下一个人发任务时可能打出别人的文件——同理，不要在 Servlet 里用成员变量存用户数据，否则 A 用户的信息会被 B 用户看到。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樊光瑞</dc:title>
  <dc:subject>PptxGenJS Presentation</dc:subject>
  <dc:creator>Created by Marp</dc:creator>
  <cp:lastModifiedBy>Created by Marp</cp:lastModifiedBy>
  <cp:revision>1</cp:revision>
  <dcterms:created xsi:type="dcterms:W3CDTF">2026-04-26T09:21:42Z</dcterms:created>
  <dcterms:modified xsi:type="dcterms:W3CDTF">2026-04-26T09:21:42Z</dcterms:modified>
</cp:coreProperties>
</file>