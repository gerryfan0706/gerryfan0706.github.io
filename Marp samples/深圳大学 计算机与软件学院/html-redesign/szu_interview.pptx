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tea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research-tru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direction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paper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direction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papers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direction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papers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direction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papers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